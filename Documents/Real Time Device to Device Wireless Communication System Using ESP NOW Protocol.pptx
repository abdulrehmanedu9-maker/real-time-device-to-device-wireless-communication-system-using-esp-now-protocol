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147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Time Device to Device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Communication System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ESP-NOW Protocol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 node embedded system combining ultrasonic and motion sensing, communicating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9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over ESP-NOW without any Wi-Fi router, internet, or cloud service.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51206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0000674917   |   Program: BSCS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r>
              <a:rPr lang="en-US" sz="1300">
                <a:solidFill>
                  <a:srgbClr val="C9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Israr </a:t>
            </a:r>
            <a:r>
              <a:rPr lang="en-US" sz="1300" dirty="0">
                <a:solidFill>
                  <a:srgbClr val="C9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52560" y="539496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53949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- 15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sensing systems monitor spaces and detect movement automatically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designs still depend on a Wi-Fi router or a cloud server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dependency means recurring cost and a single point of failure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sensor alone often gives false or unreliable detections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fixes both problems in one design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F2F7F7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ESP-NOW?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0" y="2331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board to board link using only MAC addresses, no router needed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895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3154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ESP8266 and ESP32 by Espressif Systems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895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0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low power, works with no internet at 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4892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one sensor working alone cannot be trusted for a real alert.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2F7F7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37360" y="1691640"/>
            <a:ext cx="9509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ultrasonic and PIR sensors for reliable detection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2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017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37360" y="2834640"/>
            <a:ext cx="9509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direct ESP-NOW link between two NodeMCU boards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737360" y="3977640"/>
            <a:ext cx="9509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status through simple LED indicators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2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303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37360" y="5120640"/>
            <a:ext cx="9509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low cost, router free communication model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and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2F7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505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SR505 PIR Motion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4505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Sender Node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(ESP8266)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880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sensors, confirms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 second, applies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logic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450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ESP-NOW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MAC to MAC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packet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router used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81160" y="228600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4505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Node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(ESP8266)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0" y="288036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LED, prints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logs 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LittleFS memory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63240" y="3035808"/>
            <a:ext cx="320040" cy="237744"/>
          </a:xfrm>
          <a:prstGeom prst="rightArrow">
            <a:avLst/>
          </a:prstGeom>
          <a:solidFill>
            <a:srgbClr val="5C7377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3035808"/>
            <a:ext cx="320040" cy="237744"/>
          </a:xfrm>
          <a:prstGeom prst="rightArrow">
            <a:avLst/>
          </a:prstGeom>
          <a:solidFill>
            <a:srgbClr val="5C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3035808"/>
            <a:ext cx="320040" cy="237744"/>
          </a:xfrm>
          <a:prstGeom prst="rightArrow">
            <a:avLst/>
          </a:prstGeom>
          <a:solidFill>
            <a:srgbClr val="5C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34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nodes, connected only through a wireless ESP-NOW link. No Wi-Fi router, internet, or cloud service is involved anywhere in the pipeline.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status: Red = both sensors triggered   |   Yellow = motion only   |   Green = distance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Model Mapping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9743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GHz Wi-Fi radio inside each ESP8266 carries every ESP-NOW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ESP-NOW itself: MAC based addressing, no Wi-Fi association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IP address is ever assigned, no routing decision takes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TCP or UDP; the send callback is a data link level acknowledgment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Connectionless design, no session state kept between transmissions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struct_message format, identical on both 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fusion, confirmation timer, cooldown, LED logic, LittleFS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ESP-NOW? Alternatives Considered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Network, Transport and Session layers, so no router or internet path is ever needed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into the ESP8266 chip, no extra radio hardware or cost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small, infrequent packets, exactly what this project sends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longer range than BLE at similar power, lower latency than full Wi-Fi association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10881360" cy="318211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Not Selected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Low Energy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pairing and bonding, shorter range than ESP-NOW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Wi-Fi + TCP/IP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Brings back the router and internet dependency this project avoids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Zigbee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native radio on ESP8266, needs an extra costly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complex and low bandwidth for a short range, indoor, two node 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ESP-MESH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many nodes; unnecessary for a fixed two node system, noted as future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4805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 ESP8266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 board with built in Wi-Fi radio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Ultrasonic 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distance using sound wave reflection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SR505 PIR Motion 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movement of a nearby warm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LEDs (Red, Yellow, Green)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sensor and detection status visually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Resistors (220Ω)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each LED from overcurrent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Breadboard, Jumper Wires, USB 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Wiring, mounting and power for both boards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and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57734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7734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7734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34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uploading code to both NodeMCU boards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626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6626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36626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36626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/ C++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used for sender and receiver logic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5518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5518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15518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15518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ESP-NOW Library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direct peer to peer wireless communication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</p:sp>
      <p:sp>
        <p:nvSpPr>
          <p:cNvPr id="28" name="Shape 26"/>
          <p:cNvSpPr/>
          <p:nvPr/>
        </p:nvSpPr>
        <p:spPr>
          <a:xfrm>
            <a:off x="994410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94410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94410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94410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LittleFS File System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3544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permanent detection log on flash memory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minutes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Sender Node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9842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ultrasonic distance and PIR motion state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7706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sensors agree, start a 1 second check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764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76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66674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stays stable -&gt; detection confirmed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62856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7258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725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56285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packet to Receiver over ESP-NOW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58968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55686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568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45896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3 second cooldown before next check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0936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Node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18745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198424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18745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silent, default green LED shown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2770632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446520" y="28803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32320" y="277063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an ESP-NOW packet to arrive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09360" y="3666744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446520" y="37764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776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32320" y="3666744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arrival: turn red LED on, print status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309360" y="4562856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41" name="Shape 39"/>
          <p:cNvSpPr/>
          <p:nvPr/>
        </p:nvSpPr>
        <p:spPr>
          <a:xfrm>
            <a:off x="6446520" y="467258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6725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32320" y="456285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same line to LittleFS log file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309360" y="5458968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6520" y="556869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5568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132320" y="54589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for 4 seconds -&gt; fall back to green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Circuit &amp;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minutes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Connections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/ D6 -&gt; HC-SR04 trigger and echo pins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D7 -&gt; SR505 PIR sensor output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/ D2 / D3 -&gt; Green, Red, Yellow LEDs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 shared across all components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esp_now_init() sets up wireless communication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Sender: esp_now_send() transmits confirmed data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Receiver: esp_now_register_recv_cb() listens for packets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LittleFS.open() writes each detection to the log file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boards were assembled on a breadboard and tested using the Arduino Serial Monitor before final verification.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Live Demonstration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3950208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one sensor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packet sent, Receiver stays green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sensors, object pulled away early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 cancelled, nothing 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sensors held steady for 1 second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sent, red LED on, one log line saved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held for 10+ seconds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Cooldown keeps message rate low, red LED steady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powered off or out of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C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Receiver falls back to green after 4 seconds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place an object within 20 cm while moving your hand to trigger both sensors together.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</a:t>
            </a:r>
            <a:endParaRPr lang="en-US" sz="3000" dirty="0"/>
          </a:p>
        </p:txBody>
      </p:sp>
      <p:pic>
        <p:nvPicPr>
          <p:cNvPr id="17" name="WhatsApp Video 2026-07-13 at 6.59.28 PM">
            <a:hlinkClick r:id="" action="ppaction://media"/>
            <a:extLst>
              <a:ext uri="{FF2B5EF4-FFF2-40B4-BE49-F238E27FC236}">
                <a16:creationId xmlns:a16="http://schemas.microsoft.com/office/drawing/2014/main" id="{331FCB13-23E5-04D6-BC91-FC70147706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5400000">
            <a:off x="4215581" y="169869"/>
            <a:ext cx="4324612" cy="7690210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B7933C61-D2AD-7B3A-5482-5B70285A7BA2}"/>
              </a:ext>
            </a:extLst>
          </p:cNvPr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seconds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16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wireless range compared to open Wi-Fi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Sender can talk to one Receiver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timing values are fixed in code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 stamps reset after every reboot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buzzer or mobile notification alerts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distance on a small OLED display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Sender boards at once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time clock for accurate log stamps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working, low cost, internet free detection system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two sensors made detection far more reliable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gave a fast, direct, router free wireless link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logs every confirmed detection automatically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foundation for future security and IoT projects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6459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Device to Device Wireless Communication System Using ESP-NOW Protocol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493776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   |   BSCS   |   Allama Iqbal Open University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222992" y="320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22992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1182</Words>
  <Application>Microsoft Office PowerPoint</Application>
  <PresentationFormat>Widescreen</PresentationFormat>
  <Paragraphs>250</Paragraphs>
  <Slides>15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Rehman</cp:lastModifiedBy>
  <cp:revision>5</cp:revision>
  <dcterms:created xsi:type="dcterms:W3CDTF">2026-07-14T06:05:22Z</dcterms:created>
  <dcterms:modified xsi:type="dcterms:W3CDTF">2026-07-14T11:58:37Z</dcterms:modified>
</cp:coreProperties>
</file>